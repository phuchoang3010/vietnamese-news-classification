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cb32a6f-fce4-3857-db82-a3742f08a6e0}">
          <p14:sldIdLst>
            <p14:sldId id="256"/>
            <p14:sldId id="257"/>
          </p14:sldIdLst>
        </p14:section>
        <p14:section name="Phân tích và thiết kế" id="{2cf43e74-eafb-98fc-c682-2162363dd4d3}">
          <p14:sldIdLst>
            <p14:sldId id="258"/>
            <p14:sldId id="259"/>
            <p14:sldId id="260"/>
          </p14:sldIdLst>
        </p14:section>
        <p14:section name="Cài đặt" id="{64277668-b7dd-8275-ae88-130fc8a8fb54}">
          <p14:sldIdLst>
            <p14:sldId id="261"/>
            <p14:sldId id="262"/>
          </p14:sldIdLst>
        </p14:section>
        <p14:section name="Kết thúc" id="{44258281-696e-c5b8-09a9-22a2c614d59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Trình bày các quan hệ theo số trên hình: (1) PHIM 1-N SUATCHIEU (chiếu), (2) PHONGCHIEU 1-N SUATCHIEU (tại), (3) SUATCHIEU 1-N VE (bán), (4) KHACHHANG 1-N VE (đặt). KHACHHANG và SUATCHIEU có quan hệ N-N thể hiện qua VE; PHIM và PHONGCHIEU N-N qua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pic>
        <p:nvPicPr>
          <p:cNvPr id="3" name="ER diagram hand-drawn" descr="Mô hình ER vẽ tay theo ký hiệu Chen: 4 thực thể mạnh, thực thể yếu VE, 4 quan hệ 1-N">    </p:cNvPr>
          <p:cNvPicPr>
            <a:picLocks noChangeAspect="1"/>
          </p:cNvPicPr>
          <p:nvPr/>
        </p:nvPicPr>
        <p:blipFill>
          <a:blip r:embed="rId1"/>
          <a:stretch>
            <a:fillRect/>
          </a:stretch>
        </p:blipFill>
        <p:spPr>
          <a:xfrm>
            <a:off x="0" y="1143000"/>
            <a:ext cx="12191695" cy="5257800"/>
          </a:xfrm>
          <a:prstGeom prst="rect">
            <a:avLst/>
          </a:prstGeom>
        </p:spPr>
      </p:pic>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2026-10-15T04:15:07Z</dcterms:created>
  <dcterms:modified xsi:type="dcterms:W3CDTF">2026-10-15T04:15:07Z</dcterms:modified>
</cp:coreProperties>
</file>