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Mô hình ER theo ký hiệu Chen: hình chữ nhật là thực thể, hình elip là thuộc tính (gạch chân là khóa chính), hình thoi là quan hệ, 1 và N là bản số. PHIM 1-N SUATCHIEU (chiếu), PHONGCHIEU 1-N SUATCHIEU (tại), SUATCHIEU 1-N VE (bán), KHACHHANG 1-N VE (đặt). KHACHHANG và SUATCHIEU có quan hệ N-N qua thực thể kết hợp VE; PHIM và PHONGCHIEU N-N qua SUATCHIEU.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thực thể – quan hệ (ER)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645920"/>
            <a:ext cx="960120" cy="109728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737360" y="1463040"/>
            <a:ext cx="411480" cy="128016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737360" y="1691640"/>
            <a:ext cx="1691640" cy="105156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60120" y="2743200"/>
            <a:ext cx="777240" cy="105156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2743200"/>
            <a:ext cx="731520" cy="105156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0" y="1600200"/>
            <a:ext cx="749808" cy="114300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099048" y="1600200"/>
            <a:ext cx="713232" cy="114300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709160" y="2743200"/>
            <a:ext cx="1389888" cy="100584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9048" y="2743200"/>
            <a:ext cx="1399032" cy="100584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0" y="1600200"/>
            <a:ext cx="731520" cy="114300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424160" y="1600200"/>
            <a:ext cx="731520" cy="114300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692640" y="2743200"/>
            <a:ext cx="731520" cy="105156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2743200"/>
            <a:ext cx="731520" cy="105156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77240" y="5394960"/>
            <a:ext cx="960120" cy="91440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5394960"/>
            <a:ext cx="411480" cy="91440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5394960"/>
            <a:ext cx="1737360" cy="91440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526280"/>
            <a:ext cx="1005840" cy="86868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5029200" y="5394960"/>
            <a:ext cx="1069848" cy="91440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9048" y="5394960"/>
            <a:ext cx="301752" cy="91440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9048" y="5394960"/>
            <a:ext cx="1673352" cy="59436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2743200"/>
            <a:ext cx="2176272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3632" y="2743200"/>
            <a:ext cx="2185416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2743200"/>
            <a:ext cx="2148840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9048" y="2743200"/>
            <a:ext cx="2176272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9048" y="2743200"/>
            <a:ext cx="0" cy="132588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9048" y="4069080"/>
            <a:ext cx="0" cy="132588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5394960"/>
            <a:ext cx="2176272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13632" y="5394960"/>
            <a:ext cx="2185416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83180" y="24414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024628" y="24414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349740" y="24414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44868" y="24414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797296" y="30129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1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797296" y="48691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583180" y="50932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024628" y="50932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4300" y="145389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1B1F3B"/>
                </a:solidFill>
              </a:rPr>
              <a:t>MaPhim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485900" y="127101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TenPhim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66060" y="149961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TheLoai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97180" y="360273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ThoiLuong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805940" y="360273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NgayKhoiChieu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86300" y="140817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1B1F3B"/>
                </a:solidFill>
              </a:rPr>
              <a:t>MaSuat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49340" y="140817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NgayChieu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046220" y="355701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GiaVe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35140" y="355701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GioBatDau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29700" y="140817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1B1F3B"/>
                </a:solidFill>
              </a:rPr>
              <a:t>MaPhong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492740" y="140817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TenPhong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29700" y="360273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LoaiPhong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492740" y="360273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SucChua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4300" y="611733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1B1F3B"/>
                </a:solidFill>
              </a:rPr>
              <a:t>MaKH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485900" y="611733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HoTen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811780" y="611733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SDT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580" y="433425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Email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366260" y="611733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1B1F3B"/>
                </a:solidFill>
              </a:rPr>
              <a:t>MaVe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737860" y="611733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SoGhe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09460" y="5797296"/>
            <a:ext cx="13258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3F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NgayDat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364992" y="2423160"/>
            <a:ext cx="1097280" cy="640080"/>
          </a:xfrm>
          <a:prstGeom prst="diamond">
            <a:avLst/>
          </a:prstGeom>
          <a:solidFill>
            <a:srgbClr val="EEF0F8"/>
          </a:solidFill>
          <a:ln w="19050">
            <a:solidFill>
              <a:srgbClr val="1B1F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chiếu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726680" y="2423160"/>
            <a:ext cx="1097280" cy="640080"/>
          </a:xfrm>
          <a:prstGeom prst="diamond">
            <a:avLst/>
          </a:prstGeom>
          <a:solidFill>
            <a:srgbClr val="EEF0F8"/>
          </a:solidFill>
          <a:ln w="19050">
            <a:solidFill>
              <a:srgbClr val="1B1F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tại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550408" y="3749040"/>
            <a:ext cx="1097280" cy="640080"/>
          </a:xfrm>
          <a:prstGeom prst="diamond">
            <a:avLst/>
          </a:prstGeom>
          <a:solidFill>
            <a:srgbClr val="EEF0F8"/>
          </a:solidFill>
          <a:ln w="19050">
            <a:solidFill>
              <a:srgbClr val="1B1F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bán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364992" y="5074920"/>
            <a:ext cx="1097280" cy="640080"/>
          </a:xfrm>
          <a:prstGeom prst="diamond">
            <a:avLst/>
          </a:prstGeom>
          <a:solidFill>
            <a:srgbClr val="EEF0F8"/>
          </a:solidFill>
          <a:ln w="19050">
            <a:solidFill>
              <a:srgbClr val="1B1F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đặt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37260" y="2491740"/>
            <a:ext cx="1600200" cy="502920"/>
          </a:xfrm>
          <a:prstGeom prst="rect">
            <a:avLst/>
          </a:prstGeom>
          <a:solidFill>
            <a:srgbClr val="1B1F3B"/>
          </a:solidFill>
          <a:ln w="19050">
            <a:solidFill>
              <a:srgbClr val="1B1F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PHIM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298948" y="2491740"/>
            <a:ext cx="1600200" cy="502920"/>
          </a:xfrm>
          <a:prstGeom prst="rect">
            <a:avLst/>
          </a:prstGeom>
          <a:solidFill>
            <a:srgbClr val="E4A63A"/>
          </a:solidFill>
          <a:ln w="19050">
            <a:solidFill>
              <a:srgbClr val="1B1F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SUATCHIEU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624060" y="2491740"/>
            <a:ext cx="1600200" cy="502920"/>
          </a:xfrm>
          <a:prstGeom prst="rect">
            <a:avLst/>
          </a:prstGeom>
          <a:solidFill>
            <a:srgbClr val="1B1F3B"/>
          </a:solidFill>
          <a:ln w="19050">
            <a:solidFill>
              <a:srgbClr val="1B1F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PHONGCHIEU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37260" y="5143500"/>
            <a:ext cx="1600200" cy="502920"/>
          </a:xfrm>
          <a:prstGeom prst="rect">
            <a:avLst/>
          </a:prstGeom>
          <a:solidFill>
            <a:srgbClr val="1B1F3B"/>
          </a:solidFill>
          <a:ln w="19050">
            <a:solidFill>
              <a:srgbClr val="1B1F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KHACHHANG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298948" y="5143500"/>
            <a:ext cx="1600200" cy="502920"/>
          </a:xfrm>
          <a:prstGeom prst="rect">
            <a:avLst/>
          </a:prstGeom>
          <a:solidFill>
            <a:srgbClr val="E4A63A"/>
          </a:solidFill>
          <a:ln w="19050">
            <a:solidFill>
              <a:srgbClr val="1B1F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VE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823960" y="452628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EEF0F8"/>
          </a:solidFill>
          <a:ln w="12700">
            <a:solidFill>
              <a:srgbClr val="EEF0F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0068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Chú thích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9006840" y="4983480"/>
            <a:ext cx="502920" cy="256032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646920" y="4965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Thực thể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006840" y="5349240"/>
            <a:ext cx="50292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646920" y="5330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Thuộc tính (gạch chân: khóa chính)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006840" y="5715000"/>
            <a:ext cx="502920" cy="256032"/>
          </a:xfrm>
          <a:prstGeom prst="diamond">
            <a:avLst/>
          </a:prstGeom>
          <a:solidFill>
            <a:srgbClr val="EEF0F8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646920" y="5696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Quan hệ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006840" y="6080760"/>
            <a:ext cx="502920" cy="256032"/>
          </a:xfrm>
          <a:prstGeom prst="rect">
            <a:avLst/>
          </a:prstGeom>
          <a:solidFill>
            <a:srgbClr val="E4A63A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646920" y="6062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</a:rPr>
              <a:t>Thực thể kết hợp (quan hệ N – 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2026-10-15T04:04:42Z</dcterms:created>
  <dcterms:modified xsi:type="dcterms:W3CDTF">2026-10-15T04:04:42Z</dcterms:modified>
</cp:coreProperties>
</file>